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56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2140-7959-B477-1006-9B639304E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9C1268-6D2D-B2F5-45CF-6DAB07D86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170398-083C-04C2-142B-B4EBF3C6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1E1E03-4AC3-DFB0-527C-10852A37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CBEE38-D022-44AB-9E5B-34B8B362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84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0BA03-42B4-D8B3-C998-77244879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6DA342-C203-C330-B73D-9F414E58B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D6717-8953-5EC1-469C-D2F2A615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53F32C-BEDB-E96C-31A6-D00BF4F0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B9D9C6-7CD4-E386-D8DC-B881681F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72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F5EE1-1CAC-1141-7BB5-B92C119E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F7FA3A-0EBE-A610-17DC-6C2CD8F68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10E0F8-9ECA-8A62-1C41-01F233FE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969CE0-63BB-E983-B8F5-0D811F63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6E306C-AA9F-BE21-D383-5B0BABBC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92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BCFB0-02B2-63C2-76A6-1091A77E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BA8286-A522-A69E-0395-E1EB23487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AECA40-F997-2E15-2E8C-4442C9B36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3185E0-25E4-1397-20F3-24E15076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12664B-BB8B-4C05-9E28-54A4E5DD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4DC42C-D4CC-77CD-E0BE-E187E410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134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71664-D2AE-DD34-A325-272687EE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115776-D00B-5254-784E-339EA764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19B5EE-ED26-41AE-704D-0EAADC59F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9E2E2D-C5C3-10C6-7789-0F3BE6657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4DA501-4123-E8A6-4307-DA3DC505E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B1B73C4-44F8-A0E7-D48D-9FE36447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44C531-075E-8305-8301-8F351D00B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C782C31-7C4F-16B8-B63A-9A058C14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90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A3558-8616-225B-5085-72C45D0A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605FBA-6595-8E9C-65E9-FB8DF944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1325E9-39C6-B2D2-FC1A-78006F18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5F4381-D58F-E477-8AE8-4BEDBF71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86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076B56-1ADB-129F-2270-056A43EF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16441B6-3ADC-7AD0-D35D-1CD04675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7BE35D-1A12-C130-FD81-34EABAC6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71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2080E-C2A8-0250-614B-38465BA80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DFC276-B845-DCC3-3237-668CCCE9A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27D152-2FEE-8F26-8842-4839E000B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F7F10B-39E1-9F48-91DF-3A982DB2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7CD146-321C-A92E-112C-4700F04C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459ADD-EFC4-A223-37C9-8527AAA0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335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E11E4-7F45-14FE-0752-696D151D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71ACC9-8777-DB92-D2BE-B1BADA8BF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A88957-8370-A07A-F607-CA648ED84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B02744-2FD1-0779-9B9A-7D6769D4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8474D9-BCC6-5062-7055-F7D52F02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735513-47D6-1E44-CE1A-9BA4266D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94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507AA-A817-9F2E-1AF8-1338D942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E74364-AF26-2D92-D6D4-27191E02B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46139A-26F6-3F80-E28B-E4380181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DC21EA-2A0E-91D1-A3C6-AEE135CF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8EEDEE-6440-728A-F95D-D617F7CD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63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E682FD-0DD1-FCA3-7659-050B5F5E2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95C506-3775-75C9-10BD-E6673ECDC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72BCD0-9C10-A274-806F-19C2CC7C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6947CC-C2C5-AEDB-69F9-1FF7BD1B8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232A5B-CE1D-1FBA-1808-90950FE7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33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4F7A9E-6F12-4A45-51FA-BE40BA80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62F65C-B177-4EFA-153D-FF1A194A1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C1956-3A62-DC1E-1E67-7FF434296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C50AD-D181-438B-B55C-037B43261B7D}" type="datetimeFigureOut">
              <a:rPr lang="pt-BR" smtClean="0"/>
              <a:t>08/01/2026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013F1A-DEB3-7ECC-353A-159927DCD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69539E-ABB2-ED9A-3941-1977CFF2F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00FC0-191B-4FD8-93DA-F5BDA80046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92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0573-63CE-14E3-B204-FCFA9543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CC5BBDC2-BE3A-1A45-8ECE-D34197498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78" y="1600351"/>
            <a:ext cx="9143244" cy="3657298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0A3E6B5-7667-EACF-AD13-88A0CAE13FD1}"/>
              </a:ext>
            </a:extLst>
          </p:cNvPr>
          <p:cNvSpPr txBox="1"/>
          <p:nvPr/>
        </p:nvSpPr>
        <p:spPr>
          <a:xfrm>
            <a:off x="4169799" y="594360"/>
            <a:ext cx="3852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Métrica radial : espessura da órbita</a:t>
            </a:r>
          </a:p>
          <a:p>
            <a:pPr algn="ctr"/>
            <a:r>
              <a:rPr lang="pt-BR" b="1" dirty="0"/>
              <a:t>ideal = 0</a:t>
            </a:r>
          </a:p>
        </p:txBody>
      </p:sp>
    </p:spTree>
    <p:extLst>
      <p:ext uri="{BB962C8B-B14F-4D97-AF65-F5344CB8AC3E}">
        <p14:creationId xmlns:p14="http://schemas.microsoft.com/office/powerpoint/2010/main" val="105693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7528-E6BA-9902-244F-27D77982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5DDC6B85-AE71-6905-1900-FCCDFB3F7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78" y="1600351"/>
            <a:ext cx="9143244" cy="36572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498D598-C3BA-B81E-BCB3-E66F088484E5}"/>
              </a:ext>
            </a:extLst>
          </p:cNvPr>
          <p:cNvSpPr txBox="1"/>
          <p:nvPr/>
        </p:nvSpPr>
        <p:spPr>
          <a:xfrm>
            <a:off x="4135431" y="676656"/>
            <a:ext cx="39211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Métrica radial : velocidade da órbita</a:t>
            </a:r>
          </a:p>
          <a:p>
            <a:pPr algn="ctr"/>
            <a:r>
              <a:rPr lang="pt-BR" b="1" dirty="0"/>
              <a:t>ideal = 0</a:t>
            </a:r>
          </a:p>
        </p:txBody>
      </p:sp>
    </p:spTree>
    <p:extLst>
      <p:ext uri="{BB962C8B-B14F-4D97-AF65-F5344CB8AC3E}">
        <p14:creationId xmlns:p14="http://schemas.microsoft.com/office/powerpoint/2010/main" val="7869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3255-B42C-CA20-3ED8-68AAA1EC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C43E6932-1FA9-BB16-4CD6-0B9593B58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78" y="1600351"/>
            <a:ext cx="9143244" cy="36572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A77A773-096A-E461-FB62-C1FC85FB828A}"/>
              </a:ext>
            </a:extLst>
          </p:cNvPr>
          <p:cNvSpPr txBox="1"/>
          <p:nvPr/>
        </p:nvSpPr>
        <p:spPr>
          <a:xfrm>
            <a:off x="4080704" y="685800"/>
            <a:ext cx="396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Métrica angular : erro angular médio</a:t>
            </a:r>
          </a:p>
          <a:p>
            <a:pPr algn="ctr"/>
            <a:r>
              <a:rPr lang="pt-BR" b="1" dirty="0"/>
              <a:t>ideal = 0</a:t>
            </a:r>
          </a:p>
        </p:txBody>
      </p:sp>
    </p:spTree>
    <p:extLst>
      <p:ext uri="{BB962C8B-B14F-4D97-AF65-F5344CB8AC3E}">
        <p14:creationId xmlns:p14="http://schemas.microsoft.com/office/powerpoint/2010/main" val="149970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Gráfico&#10;&#10;O conteúdo gerado por IA pode estar incorreto.">
            <a:extLst>
              <a:ext uri="{FF2B5EF4-FFF2-40B4-BE49-F238E27FC236}">
                <a16:creationId xmlns:a16="http://schemas.microsoft.com/office/drawing/2014/main" id="{7313534A-36B4-7E82-FAC5-9318E7413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78" y="1600351"/>
            <a:ext cx="9143244" cy="365729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C8FE1B-64EE-300F-690E-9E75D4C9D100}"/>
              </a:ext>
            </a:extLst>
          </p:cNvPr>
          <p:cNvSpPr txBox="1"/>
          <p:nvPr/>
        </p:nvSpPr>
        <p:spPr>
          <a:xfrm>
            <a:off x="3740002" y="713232"/>
            <a:ext cx="5225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Métrica angular : Kuramoto (espalhamento) [0-1]</a:t>
            </a:r>
          </a:p>
          <a:p>
            <a:pPr algn="ctr"/>
            <a:r>
              <a:rPr lang="pt-BR" b="1" dirty="0"/>
              <a:t>ideal = 0</a:t>
            </a:r>
          </a:p>
        </p:txBody>
      </p:sp>
    </p:spTree>
    <p:extLst>
      <p:ext uri="{BB962C8B-B14F-4D97-AF65-F5344CB8AC3E}">
        <p14:creationId xmlns:p14="http://schemas.microsoft.com/office/powerpoint/2010/main" val="5464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D0FA-6F44-BDC2-E0D9-0D7B8AB82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Gráfico, Gráfico de linhas, Histograma&#10;&#10;O conteúdo gerado por IA pode estar incorreto.">
            <a:extLst>
              <a:ext uri="{FF2B5EF4-FFF2-40B4-BE49-F238E27FC236}">
                <a16:creationId xmlns:a16="http://schemas.microsoft.com/office/drawing/2014/main" id="{27C381F0-1529-1FC1-34FA-44C5F2178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78" y="1600351"/>
            <a:ext cx="9143244" cy="36572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126F935-BD76-DBD6-B08B-AC3DDAE81B08}"/>
              </a:ext>
            </a:extLst>
          </p:cNvPr>
          <p:cNvSpPr txBox="1"/>
          <p:nvPr/>
        </p:nvSpPr>
        <p:spPr>
          <a:xfrm>
            <a:off x="3417574" y="685800"/>
            <a:ext cx="5403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Métrica angular : ângulo máximo (“maior buraco”)</a:t>
            </a:r>
          </a:p>
          <a:p>
            <a:pPr algn="ctr"/>
            <a:r>
              <a:rPr lang="pt-BR" b="1" dirty="0"/>
              <a:t>ideal = 1</a:t>
            </a:r>
          </a:p>
        </p:txBody>
      </p:sp>
    </p:spTree>
    <p:extLst>
      <p:ext uri="{BB962C8B-B14F-4D97-AF65-F5344CB8AC3E}">
        <p14:creationId xmlns:p14="http://schemas.microsoft.com/office/powerpoint/2010/main" val="2972556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Laercio Lucchesi</dc:creator>
  <cp:lastModifiedBy>Laercio Lucchesi</cp:lastModifiedBy>
  <cp:revision>2</cp:revision>
  <dcterms:created xsi:type="dcterms:W3CDTF">2026-01-08T11:43:19Z</dcterms:created>
  <dcterms:modified xsi:type="dcterms:W3CDTF">2026-01-08T11:58:24Z</dcterms:modified>
</cp:coreProperties>
</file>